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2d9d0bbb040f2" /><Relationship Type="http://schemas.openxmlformats.org/officeDocument/2006/relationships/extended-properties" Target="/docProps/app.xml" Id="R0778c5dd034d4498" /><Relationship Type="http://schemas.openxmlformats.org/officeDocument/2006/relationships/officeDocument" Target="/ppt/presentation.xml" Id="R1c53f0550e95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dc79b7e7a4025"/>
  </p:sldMasterIdLst>
  <p:notesMasterIdLst>
    <p:notesMasterId xmlns:r="http://schemas.openxmlformats.org/officeDocument/2006/relationships" r:id="Rd58ae9dd24f145af"/>
  </p:notesMasterIdLst>
  <p:sldIdLst>
    <p:sldId xmlns:r="http://schemas.openxmlformats.org/officeDocument/2006/relationships" id="256" r:id="R0f7093d5f04c44cd"/>
    <p:sldId xmlns:r="http://schemas.openxmlformats.org/officeDocument/2006/relationships" id="257" r:id="R0a1d43070cb245eb"/>
    <p:sldId xmlns:r="http://schemas.openxmlformats.org/officeDocument/2006/relationships" id="258" r:id="Ra877ce13ca6b40b4"/>
    <p:sldId xmlns:r="http://schemas.openxmlformats.org/officeDocument/2006/relationships" id="259" r:id="R831abf4a2be34329"/>
    <p:sldId xmlns:r="http://schemas.openxmlformats.org/officeDocument/2006/relationships" id="260" r:id="Redff33a68c8f4863"/>
    <p:sldId xmlns:r="http://schemas.openxmlformats.org/officeDocument/2006/relationships" id="261" r:id="Re1c51044e99c45e4"/>
    <p:sldId xmlns:r="http://schemas.openxmlformats.org/officeDocument/2006/relationships" id="262" r:id="Ra573f622387e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c3a9980f343d2" /><Relationship Type="http://schemas.openxmlformats.org/officeDocument/2006/relationships/slideMaster" Target="/ppt/slideMasters/slideMaster1.xml" Id="R731dc79b7e7a4025" /><Relationship Type="http://schemas.openxmlformats.org/officeDocument/2006/relationships/notesMaster" Target="/ppt/notesMasters/notesMaster1.xml" Id="Rd58ae9dd24f145af" /><Relationship Type="http://schemas.openxmlformats.org/officeDocument/2006/relationships/presProps" Target="/ppt/presProps.xml" Id="Re4888ef68c5e4b5d" /><Relationship Type="http://schemas.openxmlformats.org/officeDocument/2006/relationships/tableStyles" Target="/ppt/tableStyles.xml" Id="R5c5bb8230f444304" /><Relationship Type="http://schemas.openxmlformats.org/officeDocument/2006/relationships/slide" Target="/ppt/slides/slide1.xml" Id="R0f7093d5f04c44cd" /><Relationship Type="http://schemas.openxmlformats.org/officeDocument/2006/relationships/slide" Target="/ppt/slides/slide2.xml" Id="R0a1d43070cb245eb" /><Relationship Type="http://schemas.openxmlformats.org/officeDocument/2006/relationships/slide" Target="/ppt/slides/slide3.xml" Id="Ra877ce13ca6b40b4" /><Relationship Type="http://schemas.openxmlformats.org/officeDocument/2006/relationships/slide" Target="/ppt/slides/slide4.xml" Id="R831abf4a2be34329" /><Relationship Type="http://schemas.openxmlformats.org/officeDocument/2006/relationships/slide" Target="/ppt/slides/slide5.xml" Id="Redff33a68c8f4863" /><Relationship Type="http://schemas.openxmlformats.org/officeDocument/2006/relationships/slide" Target="/ppt/slides/slide6.xml" Id="Re1c51044e99c45e4" /><Relationship Type="http://schemas.openxmlformats.org/officeDocument/2006/relationships/slide" Target="/ppt/slides/slide7.xml" Id="Ra573f622387e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1f8984e84247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683f82fcf4734" /><Relationship Type="http://schemas.openxmlformats.org/officeDocument/2006/relationships/notesMaster" Target="/ppt/notesMasters/notesMaster1.xml" Id="R9ba715741354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123b92652a40b9" /><Relationship Type="http://schemas.openxmlformats.org/officeDocument/2006/relationships/notesMaster" Target="/ppt/notesMasters/notesMaster1.xml" Id="Rfbff510f527a48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4bc7903b904cb2" /><Relationship Type="http://schemas.openxmlformats.org/officeDocument/2006/relationships/notesMaster" Target="/ppt/notesMasters/notesMaster1.xml" Id="R103fc57453a446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cf68f469234b7b" /><Relationship Type="http://schemas.openxmlformats.org/officeDocument/2006/relationships/notesMaster" Target="/ppt/notesMasters/notesMaster1.xml" Id="Rbc7be7dfeeb948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9d77a4c6f6456c" /><Relationship Type="http://schemas.openxmlformats.org/officeDocument/2006/relationships/notesMaster" Target="/ppt/notesMasters/notesMaster1.xml" Id="Rf9bc4d662e4a4b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041af769224566" /><Relationship Type="http://schemas.openxmlformats.org/officeDocument/2006/relationships/notesMaster" Target="/ppt/notesMasters/notesMaster1.xml" Id="R6e5c5480b99e41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a5552fa7bf4821" /><Relationship Type="http://schemas.openxmlformats.org/officeDocument/2006/relationships/notesMaster" Target="/ppt/notesMasters/notesMaster1.xml" Id="R2ad9e6da3434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Pustaka layout. Ganti semua teks contoh dengan brief kuliah. Duplikasi layout sesuai kebutuhan.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Ganti dengan tujuan yang dapat diamati. Jelaskan prasyarat dan hubungan tujuan dengan latihan.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penjelasan. Teks utama menyampaikan definisi, sedangkan contoh membumikan konsep. Tambahkan sumber yang benar.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dimensi perbandingan yang sama pada kedua sisi. Hindari klaim unggul tanpa konteks.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native dengan data hipotetis contoh. Ganti nilai, kategori, legenda, satuan, dan sumber sesuai materi.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Ganti langkah perhitungan dengan contoh nyata. Pertahankan notasi, satuan, dan asumsi. Jawaban tidak boleh dikarang.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Ganti dengan pertanyaan yang menguji tujuan belajar. Simpan jawaban dan kriteria penilaian di notes. Tambahkan slide jawaban jika diperlukan dalam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611ebf9064e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3351586aed4d04" /><Relationship Type="http://schemas.openxmlformats.org/officeDocument/2006/relationships/slideLayout" Target="/ppt/slideLayouts/slideLayout1.xml" Id="R6f652bb4eb98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52bb4eb98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858d47dac4c1d" /><Relationship Type="http://schemas.openxmlformats.org/officeDocument/2006/relationships/notesSlide" Target="/ppt/notesSlides/notesSlide1.xml" Id="Rc23a2e2267b743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dc03d1c8e496f" /><Relationship Type="http://schemas.openxmlformats.org/officeDocument/2006/relationships/notesSlide" Target="/ppt/notesSlides/notesSlide2.xml" Id="R5bfd8138a0274d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45248527841ad" /><Relationship Type="http://schemas.openxmlformats.org/officeDocument/2006/relationships/notesSlide" Target="/ppt/notesSlides/notesSlide3.xml" Id="R574fe0b14f2142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979f0292149cf" /><Relationship Type="http://schemas.openxmlformats.org/officeDocument/2006/relationships/notesSlide" Target="/ppt/notesSlides/notesSlide4.xml" Id="R9f4884425f194f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4918572884bad" /><Relationship Type="http://schemas.openxmlformats.org/officeDocument/2006/relationships/chart" Target="/ppt/slides/charts/chart1.xml" Id="R2b58a2ce476840d2" /><Relationship Type="http://schemas.openxmlformats.org/officeDocument/2006/relationships/notesSlide" Target="/ppt/notesSlides/notesSlide5.xml" Id="Rfa342630f1b340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7e25dad3c4a51" /><Relationship Type="http://schemas.openxmlformats.org/officeDocument/2006/relationships/notesSlide" Target="/ppt/notesSlides/notesSlide6.xml" Id="R204016ff3457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30370e4084d50" /><Relationship Type="http://schemas.openxmlformats.org/officeDocument/2006/relationships/notesSlide" Target="/ppt/notesSlides/notesSlide7.xml" Id="R8da37d070db24e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Awal</c:v>
          </c:tx>
          <c:spPr>
            <a:solidFill xmlns:a="http://schemas.openxmlformats.org/drawingml/2006/main">
              <a:srgbClr val="A7B2AA"/>
            </a:solidFill>
          </c:spPr>
          <c:cat>
            <c:strRef>
              <c:f>'Chart Data'!$A$2:$A$6</c:f>
              <c:strCache>
                <c:ptCount val="5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  <c:pt idx="4">
                  <c:v>Data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v>Nilai kelima diubah</c:v>
          </c:tx>
          <c:spPr>
            <a:solidFill xmlns:a="http://schemas.openxmlformats.org/drawingml/2006/main">
              <a:srgbClr val="27685C"/>
            </a:solidFill>
          </c:spPr>
          <c:cat>
            <c:strRef>
              <c:f>'Chart Data'!$C$2:$C$6</c:f>
              <c:strCache>
                <c:ptCount val="5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  <c:pt idx="4">
                  <c:v>Data 5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435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DF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AF8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4353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93771DD-AD79-44EF-BD4F-8E6ED555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MATA KULIAH / PERTEMUAN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14F82A-E213-4D6A-B20C-F16F603C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Judul pertemuan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F9315C-964D-4B71-BCF0-3F27DA04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981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Subjudul yang menyebut fokus pembelajaran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F971AA7-9E8E-4A83-8399-6601821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</p:spTree>
    <p:extLst>
      <p:ext uri="{BB962C8B-B14F-4D97-AF65-F5344CB8AC3E}">
        <p14:creationId xmlns:p14="http://schemas.microsoft.com/office/powerpoint/2010/main" val="380626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A3F27061-4C76-4278-98CE-D50925B1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ORIENTASI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5F2A5A-DFFA-476D-916C-B2BC6D2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Tujuan pembelajaran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86C1DB-9A9E-4088-B874-2CDD30E6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F4ECD5C-AC46-4CFD-8DA8-354DC860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21B7640-C013-4689-8677-FE350E87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C03586C-4783-4A9F-BA2B-1EF93022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Kemampuan pertama yang akan dinilai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8DC1239-BA26-4864-89B9-A3B200B2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5781186-4842-4BC4-992E-6566F03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338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Kemampuan kedua yang akan dilatih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BC95CFF-2BE8-4AA3-A398-A82E10F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Prasyarat: pengetahuan yang perlu dikuasai mahasiswa.</a:t>
            </a:r>
          </a:p>
        </p:txBody>
      </p:sp>
    </p:spTree>
    <p:extLst>
      <p:ext uri="{BB962C8B-B14F-4D97-AF65-F5344CB8AC3E}">
        <p14:creationId xmlns:p14="http://schemas.microsoft.com/office/powerpoint/2010/main" val="2075808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CAFBEB2-E8C7-40BF-8C25-7C744048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PENJELASAN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E3E596-470F-421B-AB94-066DBB9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Konsep inti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C4E9C51-C9BB-49D9-952C-5B1CEF19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48A78A-5CCB-4F0E-A465-059AE0AA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A2E7060-9EB6-4CE9-8D81-44CE41F8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27685C"/>
                </a:solidFill>
                <a:latin typeface="Georgia"/>
                <a:ea typeface="Georgia"/>
                <a:cs typeface="Georgia"/>
              </a:defRPr>
            </a:pPr>
            <a:r>
              <a:rPr sz="4050" b="0">
                <a:solidFill>
                  <a:srgbClr val="27685C"/>
                </a:solidFill>
                <a:latin typeface="Georgia"/>
                <a:ea typeface="Georgia"/>
                <a:cs typeface="Georgia"/>
              </a:rPr>
              <a:t>Istilah utama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414D570-4571-4876-AA0B-D7D0210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Definisi singkat dan tepat. Pertahankan asumsi atau batasan yang menentukan makna konsep.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855A77F-0124-435A-B57A-E62BEC86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Contoh: satu penerapan yang dekat dengan mahasiswa.</a:t>
            </a:r>
          </a:p>
        </p:txBody>
      </p:sp>
    </p:spTree>
    <p:extLst>
      <p:ext uri="{BB962C8B-B14F-4D97-AF65-F5344CB8AC3E}">
        <p14:creationId xmlns:p14="http://schemas.microsoft.com/office/powerpoint/2010/main" val="246872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6218F28-BA94-47D0-8501-5465D45B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PERBANDINGAN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B5616-BAAE-4EDB-8E58-B6F82BAA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Perbandingan konsep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200296-C7A8-40DF-8E41-030D3078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7B2001-19F4-4673-8926-2EC14CDC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427072B-6DBC-426D-A04D-69AF23D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Konsep 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6D4C839-1B58-4283-A013-15FBC882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Definisi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Cara kerja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Kapan digunakan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71A3DFC-A646-4F77-A7B1-4F6A69DD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Konsep B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05B999E-F173-44A9-9651-47104A0A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029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Definisi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Cara kerja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Kapan digunakan</a:t>
            </a:r>
          </a:p>
        </p:txBody>
      </p:sp>
    </p:spTree>
    <p:extLst>
      <p:ext uri="{BB962C8B-B14F-4D97-AF65-F5344CB8AC3E}">
        <p14:creationId xmlns:p14="http://schemas.microsoft.com/office/powerpoint/2010/main" val="1005948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1E5BF10-79EA-4EF5-A1EE-2CD316C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5BBBBE-C607-44CA-919E-A3BB454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Hubungan dalam data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A8B32D-C72B-4B97-B2FD-FF6BA80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4EDE4A-87C2-4E49-AA79-1D4D26A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8120923-725E-4C26-B4D7-EA5160E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Data hipotetis, tanpa satuan. Hanya nilai kelima yang berubah.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58a2ce476840d2"/>
          </a:graphicData>
        </a:graphic>
      </p:graphicFrame>
    </p:spTree>
    <p:extLst>
      <p:ext uri="{BB962C8B-B14F-4D97-AF65-F5344CB8AC3E}">
        <p14:creationId xmlns:p14="http://schemas.microsoft.com/office/powerpoint/2010/main" val="2022795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AFDC6C6-A788-4155-9ED1-6AB3B53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APLIKASI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9613E2-B343-4C59-9BD8-F461AF0C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Contoh yang dikerjakan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5518AC-E9F5-466A-A785-22808F63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999BB8-6A71-454B-B8AD-8396920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4A72C53-4D2F-41B4-B6D5-9E5067F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4F57B1C-3A05-4060-BAEA-4FA9C840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Nyatakan masalah dan data yang tersedia.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B2AB6B6-1277-4AE9-80CA-BE01163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D2F3F6-3799-42F7-80AC-045BE34F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Tunjukkan langkah penalaran atau perhitungan.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53D1A12-06CB-402D-9E88-80DD0819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2768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0EEFC2A-6605-4DF0-B061-74E806C0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477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Tuliskan hasil dan maknanya dalam konteks.</a:t>
            </a:r>
          </a:p>
        </p:txBody>
      </p:sp>
    </p:spTree>
    <p:extLst>
      <p:ext uri="{BB962C8B-B14F-4D97-AF65-F5344CB8AC3E}">
        <p14:creationId xmlns:p14="http://schemas.microsoft.com/office/powerpoint/2010/main" val="542907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326CCB7-9EDB-4FE0-88F0-EC53C8CD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68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7685C"/>
                </a:solidFill>
                <a:latin typeface="Arial"/>
                <a:ea typeface="Arial"/>
                <a:cs typeface="Arial"/>
              </a:rPr>
              <a:t>CEK PEMAHAMAN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CC8214-0AD0-4C88-AE37-24A3C386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243530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243530"/>
                </a:solidFill>
                <a:latin typeface="Georgia"/>
                <a:ea typeface="Georgia"/>
                <a:cs typeface="Georgia"/>
              </a:rPr>
              <a:t>Latihan dan diskusi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30CEA8-1AB9-4720-BC54-B700BFA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Nama mata kuliah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D13B91-6BBB-4CA7-A368-7713AD51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FBD4172-6E5E-4F24-898B-C250E3E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27685C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27685C"/>
                </a:solidFill>
                <a:latin typeface="Georgia"/>
                <a:ea typeface="Georgia"/>
                <a:cs typeface="Georgia"/>
              </a:rPr>
              <a:t>Pertanyaan utama untuk mahasiswa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1C678FD-C2E6-47B7-A703-7EA73C50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4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530"/>
                </a:solidFill>
                <a:latin typeface="Arial"/>
                <a:ea typeface="Arial"/>
                <a:cs typeface="Arial"/>
              </a:rPr>
              <a:t>Jelaskan konteks dan informasi yang diperlukan untuk menjawab. Hindari pertanyaan terlalu luas.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9D969C6-814B-4FAC-B04C-91288F4D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0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6A"/>
                </a:solidFill>
                <a:latin typeface="Arial"/>
                <a:ea typeface="Arial"/>
                <a:cs typeface="Arial"/>
              </a:rPr>
              <a:t>Waktu pengerjaan dan bentuk respons</a:t>
            </a:r>
          </a:p>
        </p:txBody>
      </p:sp>
    </p:spTree>
    <p:extLst>
      <p:ext uri="{BB962C8B-B14F-4D97-AF65-F5344CB8AC3E}">
        <p14:creationId xmlns:p14="http://schemas.microsoft.com/office/powerpoint/2010/main" val="26528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2026-09-26T13:42:31.8710000Z</dcterms:created>
  <dcterms:modified xsi:type="dcterms:W3CDTF">2026-09-26T13:42:31.8710000Z</dcterms:modified>
</coreProperties>
</file>
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6d268097b24884" /><Relationship Type="http://schemas.openxmlformats.org/officeDocument/2006/relationships/extended-properties" Target="/docProps/app.xml" Id="Rf0cd7e7322a040ff" /><Relationship Type="http://schemas.openxmlformats.org/officeDocument/2006/relationships/officeDocument" Target="/ppt/presentation.xml" Id="R221e004a2b2948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de3e9b5ba44c7b"/>
  </p:sldMasterIdLst>
  <p:notesMasterIdLst>
    <p:notesMasterId xmlns:r="http://schemas.openxmlformats.org/officeDocument/2006/relationships" r:id="R4163024d9bc64bb7"/>
  </p:notesMasterIdLst>
  <p:sldIdLst>
    <p:sldId xmlns:r="http://schemas.openxmlformats.org/officeDocument/2006/relationships" id="256" r:id="R0202988878e04e67"/>
    <p:sldId xmlns:r="http://schemas.openxmlformats.org/officeDocument/2006/relationships" id="257" r:id="R967982bb29444744"/>
    <p:sldId xmlns:r="http://schemas.openxmlformats.org/officeDocument/2006/relationships" id="258" r:id="R578acc1a1e9d4e79"/>
    <p:sldId xmlns:r="http://schemas.openxmlformats.org/officeDocument/2006/relationships" id="259" r:id="Rcd92b5d70e464af1"/>
    <p:sldId xmlns:r="http://schemas.openxmlformats.org/officeDocument/2006/relationships" id="260" r:id="Rf2dcfbf58d404b34"/>
    <p:sldId xmlns:r="http://schemas.openxmlformats.org/officeDocument/2006/relationships" id="261" r:id="R364256fde6524175"/>
    <p:sldId xmlns:r="http://schemas.openxmlformats.org/officeDocument/2006/relationships" id="262" r:id="R9f91041fb3494b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8308b7406e4684" /><Relationship Type="http://schemas.openxmlformats.org/officeDocument/2006/relationships/slideMaster" Target="/ppt/slideMasters/slideMaster1.xml" Id="Ra7de3e9b5ba44c7b" /><Relationship Type="http://schemas.openxmlformats.org/officeDocument/2006/relationships/notesMaster" Target="/ppt/notesMasters/notesMaster1.xml" Id="R4163024d9bc64bb7" /><Relationship Type="http://schemas.openxmlformats.org/officeDocument/2006/relationships/presProps" Target="/ppt/presProps.xml" Id="R7782f46a2f9b402d" /><Relationship Type="http://schemas.openxmlformats.org/officeDocument/2006/relationships/tableStyles" Target="/ppt/tableStyles.xml" Id="R08e44cff241c4399" /><Relationship Type="http://schemas.openxmlformats.org/officeDocument/2006/relationships/slide" Target="/ppt/slides/slide1.xml" Id="R0202988878e04e67" /><Relationship Type="http://schemas.openxmlformats.org/officeDocument/2006/relationships/slide" Target="/ppt/slides/slide2.xml" Id="R967982bb29444744" /><Relationship Type="http://schemas.openxmlformats.org/officeDocument/2006/relationships/slide" Target="/ppt/slides/slide3.xml" Id="R578acc1a1e9d4e79" /><Relationship Type="http://schemas.openxmlformats.org/officeDocument/2006/relationships/slide" Target="/ppt/slides/slide4.xml" Id="Rcd92b5d70e464af1" /><Relationship Type="http://schemas.openxmlformats.org/officeDocument/2006/relationships/slide" Target="/ppt/slides/slide5.xml" Id="Rf2dcfbf58d404b34" /><Relationship Type="http://schemas.openxmlformats.org/officeDocument/2006/relationships/slide" Target="/ppt/slides/slide6.xml" Id="R364256fde6524175" /><Relationship Type="http://schemas.openxmlformats.org/officeDocument/2006/relationships/slide" Target="/ppt/slides/slide7.xml" Id="R9f91041fb3494b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b6361b659b42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06ba55c0bd4672" /><Relationship Type="http://schemas.openxmlformats.org/officeDocument/2006/relationships/notesMaster" Target="/ppt/notesMasters/notesMaster1.xml" Id="R8e9a8b7b4f7649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0aa8e0a6d4486e" /><Relationship Type="http://schemas.openxmlformats.org/officeDocument/2006/relationships/notesMaster" Target="/ppt/notesMasters/notesMaster1.xml" Id="R3847e163fde846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7fe14652184738" /><Relationship Type="http://schemas.openxmlformats.org/officeDocument/2006/relationships/notesMaster" Target="/ppt/notesMasters/notesMaster1.xml" Id="Ra15294ed69294b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0dac26160145b5" /><Relationship Type="http://schemas.openxmlformats.org/officeDocument/2006/relationships/notesMaster" Target="/ppt/notesMasters/notesMaster1.xml" Id="R89af8e35767345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f71bda83dd4f20" /><Relationship Type="http://schemas.openxmlformats.org/officeDocument/2006/relationships/notesMaster" Target="/ppt/notesMasters/notesMaster1.xml" Id="Rd7e1e83df67243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8cec1f61c64953" /><Relationship Type="http://schemas.openxmlformats.org/officeDocument/2006/relationships/notesMaster" Target="/ppt/notesMasters/notesMaster1.xml" Id="Rc90753ade98842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c9b8b7fe274adb" /><Relationship Type="http://schemas.openxmlformats.org/officeDocument/2006/relationships/notesMaster" Target="/ppt/notesMasters/notesMaster1.xml" Id="R8121c81390a444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Pustaka layout. Ganti semua teks contoh dengan brief kuliah. Duplikasi layout sesuai kebutuhan.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Ganti dengan tujuan yang dapat diamati. Jelaskan prasyarat dan hubungan tujuan dengan latihan.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penjelasan. Teks utama menyampaikan definisi, sedangkan contoh membumikan konsep. Tambahkan sumber yang benar.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dimensi perbandingan yang sama pada kedua sisi. Hindari klaim unggul tanpa konteks.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Grafik native dengan data hipotetis contoh. Ganti nilai, kategori, legenda, satuan, dan sumber sesuai materi.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Ganti langkah perhitungan dengan contoh nyata. Pertahankan notasi, satuan, dan asumsi. Jawaban tidak boleh dikarang.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Ganti dengan pertanyaan yang menguji tujuan belajar. Simpan jawaban dan kriteria penilaian di notes. Tambahkan slide jawaban jika diperlukan dalam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b24f9ef3846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5c990448b74a14" /><Relationship Type="http://schemas.openxmlformats.org/officeDocument/2006/relationships/slideLayout" Target="/ppt/slideLayouts/slideLayout1.xml" Id="R0e391d8b927440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391d8b927440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fa4faba9b47da" /><Relationship Type="http://schemas.openxmlformats.org/officeDocument/2006/relationships/notesSlide" Target="/ppt/notesSlides/notesSlide1.xml" Id="R6846730c87ab43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3b263e70641ff" /><Relationship Type="http://schemas.openxmlformats.org/officeDocument/2006/relationships/notesSlide" Target="/ppt/notesSlides/notesSlide2.xml" Id="Rf4676bb7f3504d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36579f5e548da" /><Relationship Type="http://schemas.openxmlformats.org/officeDocument/2006/relationships/notesSlide" Target="/ppt/notesSlides/notesSlide3.xml" Id="R750e65e32feb4b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002fb73924285" /><Relationship Type="http://schemas.openxmlformats.org/officeDocument/2006/relationships/notesSlide" Target="/ppt/notesSlides/notesSlide4.xml" Id="Rb0b8ea50c07941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eab78673942c3" /><Relationship Type="http://schemas.openxmlformats.org/officeDocument/2006/relationships/chart" Target="/ppt/slides/charts/chart1.xml" Id="R46e189ec5eb64c20" /><Relationship Type="http://schemas.openxmlformats.org/officeDocument/2006/relationships/notesSlide" Target="/ppt/notesSlides/notesSlide5.xml" Id="Rb7857734671d49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549a7d63e4885" /><Relationship Type="http://schemas.openxmlformats.org/officeDocument/2006/relationships/notesSlide" Target="/ppt/notesSlides/notesSlide6.xml" Id="R6b9a160275fd4f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2ab73646e47fb" /><Relationship Type="http://schemas.openxmlformats.org/officeDocument/2006/relationships/notesSlide" Target="/ppt/notesSlides/notesSlide7.xml" Id="R631faa09f41b42c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Awal</c:v>
          </c:tx>
          <c:spPr>
            <a:solidFill xmlns:a="http://schemas.openxmlformats.org/drawingml/2006/main">
              <a:srgbClr val="A3B4C3"/>
            </a:solidFill>
          </c:spPr>
          <c:cat>
            <c:strRef>
              <c:f>'Chart Data'!$A$2:$A$6</c:f>
              <c:strCache>
                <c:ptCount val="5"/>
                <c:pt idx="0">
                  <c:v>Data 1</c:v>
                </c:pt>
                <c:pt idx="1">
                  <c:v>Data 2</c:v>
                </c:pt>
                <c:pt idx="2">
                  <c:v>Data 3</c:v>
                </c:pt>
                <c:pt idx="3">
                  <c:v>Data 4</c:v>
                </c:pt>
                <c:pt idx="4">
                  <c:v>Data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</c:numCache>
            </c:numRef>
          </c:val>
        </c:ser>
        <c:ser>
          <c:idx val="1"/>
          <c:order val="1"/>
          <c:tx>
            <c:v>Nilai kelima diubah</c:v>
          </c:tx>
          <c:spPr>
            <a:solidFill xmlns:a="http://schemas.openxmlformats.org/drawingml/2006/main">
              <a:srgbClr val="235983"/>
            </a:solidFill>
          </c:spPr>
          <c:cat>
            <c:strRef>
              <c:f>'Chart Data'!$C$2:$C$6</c:f>
              <c:strCache>
                <c:ptCount val="5"/>
                <c:pt idx="0">
                  <c:v>Data 1</c:v>
                </c:pt>
                <c:pt idx="1">
                  <c:v>Data 2</c:v>
                </c:pt>
                <c:pt idx="2">
                  <c:v>Data 3</c:v>
                </c:pt>
                <c:pt idx="3">
                  <c:v>Data 4</c:v>
                </c:pt>
                <c:pt idx="4">
                  <c:v>Data 5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30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8314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314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BDFDB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83146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374CF0EE-B12B-4596-877A-E12535C8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59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5983"/>
                </a:solidFill>
                <a:latin typeface="Arial"/>
                <a:ea typeface="Arial"/>
                <a:cs typeface="Arial"/>
              </a:rPr>
              <a:t>MATA KULIAH / PERTEMUAN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61DC32-35D9-49D7-BAEB-E31C2E92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0">
                <a:solidFill>
                  <a:srgbClr val="183146"/>
                </a:solidFill>
                <a:latin typeface="Arial"/>
                <a:ea typeface="Arial"/>
                <a:cs typeface="Arial"/>
              </a:defRPr>
            </a:pPr>
            <a:r>
              <a:rPr sz="5700" b="0">
                <a:solidFill>
                  <a:srgbClr val="183146"/>
                </a:solidFill>
                <a:latin typeface="Arial"/>
                <a:ea typeface="Arial"/>
                <a:cs typeface="Arial"/>
              </a:rPr>
              <a:t>Judul pertemuan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8E75D8A-2854-484F-B0D7-4594C3FD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981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Subjudul yang menyebut fokus pembelajaran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552F701-9921-465C-B5CA-2DB647DD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Nama mata kuliah</a:t>
            </a:r>
          </a:p>
        </p:txBody>
      </p:sp>
    </p:spTree>
    <p:extLst>
      <p:ext uri="{BB962C8B-B14F-4D97-AF65-F5344CB8AC3E}">
        <p14:creationId xmlns:p14="http://schemas.microsoft.com/office/powerpoint/2010/main" val="7488448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B056FD6-4520-48C2-A1CD-2D877567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59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5983"/>
                </a:solidFill>
                <a:latin typeface="Arial"/>
                <a:ea typeface="Arial"/>
                <a:cs typeface="Arial"/>
              </a:rPr>
              <a:t>ORIENTASI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DFBBBF-FD22-4AB2-BB7C-AB56E202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83146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83146"/>
                </a:solidFill>
                <a:latin typeface="Arial"/>
                <a:ea typeface="Arial"/>
                <a:cs typeface="Arial"/>
              </a:rPr>
              <a:t>Tujuan pembelajaran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AA1F3CE-8F8E-4D37-8306-00718794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Nama mata kuliah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F5D94A2-A59C-463F-A28C-98E3FFDE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232505A-DB98-44AD-9069-396BD76C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235983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23598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4B3941E-BF42-49F9-BFE3-CC29C485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95550"/>
            <a:ext cx="9477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831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146"/>
                </a:solidFill>
                <a:latin typeface="Arial"/>
                <a:ea typeface="Arial"/>
                <a:cs typeface="Arial"/>
              </a:rPr>
              <a:t>Kemampuan pertama yang akan dinilai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DBD8BB4-F436-4A8E-8922-0CE0DAE4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235983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2359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BDAF032-A686-4F94-A088-2FF5B45A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33800"/>
            <a:ext cx="9477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831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146"/>
                </a:solidFill>
                <a:latin typeface="Arial"/>
                <a:ea typeface="Arial"/>
                <a:cs typeface="Arial"/>
              </a:rPr>
              <a:t>Kemampuan kedua yang akan dilatih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15105F1-F323-4FCD-B211-FBA8B725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2920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Prasyarat: pengetahuan yang perlu dikuasai mahasiswa.</a:t>
            </a:r>
          </a:p>
        </p:txBody>
      </p:sp>
    </p:spTree>
    <p:extLst>
      <p:ext uri="{BB962C8B-B14F-4D97-AF65-F5344CB8AC3E}">
        <p14:creationId xmlns:p14="http://schemas.microsoft.com/office/powerpoint/2010/main" val="11760217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60B99A7-76D1-4852-AAD8-6CE19A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59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5983"/>
                </a:solidFill>
                <a:latin typeface="Arial"/>
                <a:ea typeface="Arial"/>
                <a:cs typeface="Arial"/>
              </a:rPr>
              <a:t>PENJELASAN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BC2E1E-6DA2-4EFF-AA92-B9BF5E3E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83146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83146"/>
                </a:solidFill>
                <a:latin typeface="Arial"/>
                <a:ea typeface="Arial"/>
                <a:cs typeface="Arial"/>
              </a:rPr>
              <a:t>Konsep inti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882B75F-CA09-4C21-A3BE-D2F7EA8F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Nama mata kuliah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2D539E8-6FDD-4ADE-9D65-FA63B85C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D4D03B5-20D3-425D-86D0-5056801F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235983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235983"/>
                </a:solidFill>
                <a:latin typeface="Arial"/>
                <a:ea typeface="Arial"/>
                <a:cs typeface="Arial"/>
              </a:rPr>
              <a:t>Istilah utama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23B53D9-BBC2-4BD4-9B3B-08AC97F4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09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14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146"/>
                </a:solidFill>
                <a:latin typeface="Arial"/>
                <a:ea typeface="Arial"/>
                <a:cs typeface="Arial"/>
              </a:rPr>
              <a:t>Definisi singkat dan tepat. Pertahankan asumsi atau batasan yang menentukan makna konsep.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DFFDB6C-149F-48A2-8C6E-62886D9F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Contoh: satu penerapan yang dekat dengan mahasiswa.</a:t>
            </a:r>
          </a:p>
        </p:txBody>
      </p:sp>
    </p:spTree>
    <p:extLst>
      <p:ext uri="{BB962C8B-B14F-4D97-AF65-F5344CB8AC3E}">
        <p14:creationId xmlns:p14="http://schemas.microsoft.com/office/powerpoint/2010/main" val="9841243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FA7D3172-53E8-4935-871E-3530F3D0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59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5983"/>
                </a:solidFill>
                <a:latin typeface="Arial"/>
                <a:ea typeface="Arial"/>
                <a:cs typeface="Arial"/>
              </a:rPr>
              <a:t>PERBANDINGAN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E6CA29-A323-46CE-A8B6-7BA184EE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83146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83146"/>
                </a:solidFill>
                <a:latin typeface="Arial"/>
                <a:ea typeface="Arial"/>
                <a:cs typeface="Arial"/>
              </a:rPr>
              <a:t>Perbandingan konsep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8A223CE-5148-4EC5-8E94-93EE8378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Nama mata kuliah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B05460E-1407-4ED0-B5DB-99297AB6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80431D0-E51C-42BE-89A7-3FDCC3C5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359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35983"/>
                </a:solidFill>
                <a:latin typeface="Arial"/>
                <a:ea typeface="Arial"/>
                <a:cs typeface="Arial"/>
              </a:rPr>
              <a:t>Konsep 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605283D-5DF4-4E12-92BF-F766D99C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4953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831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146"/>
                </a:solidFill>
                <a:latin typeface="Arial"/>
                <a:ea typeface="Arial"/>
                <a:cs typeface="Arial"/>
              </a:rPr>
              <a:t>Definisi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1831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146"/>
                </a:solidFill>
                <a:latin typeface="Arial"/>
                <a:ea typeface="Arial"/>
                <a:cs typeface="Arial"/>
              </a:rPr>
              <a:t>Cara kerja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1831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146"/>
                </a:solidFill>
                <a:latin typeface="Arial"/>
                <a:ea typeface="Arial"/>
                <a:cs typeface="Arial"/>
              </a:rPr>
              <a:t>Kapan digunakan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4D217CE-C693-4283-931D-DFE947D7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502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359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35983"/>
                </a:solidFill>
                <a:latin typeface="Arial"/>
                <a:ea typeface="Arial"/>
                <a:cs typeface="Arial"/>
              </a:rPr>
              <a:t>Konsep B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06C116F-176D-4F43-A877-6939166D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90875"/>
            <a:ext cx="50292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831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146"/>
                </a:solidFill>
                <a:latin typeface="Arial"/>
                <a:ea typeface="Arial"/>
                <a:cs typeface="Arial"/>
              </a:rPr>
              <a:t>Definisi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1831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146"/>
                </a:solidFill>
                <a:latin typeface="Arial"/>
                <a:ea typeface="Arial"/>
                <a:cs typeface="Arial"/>
              </a:rPr>
              <a:t>Cara kerja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1831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146"/>
                </a:solidFill>
                <a:latin typeface="Arial"/>
                <a:ea typeface="Arial"/>
                <a:cs typeface="Arial"/>
              </a:rPr>
              <a:t>Kapan digunakan</a:t>
            </a:r>
          </a:p>
        </p:txBody>
      </p:sp>
    </p:spTree>
    <p:extLst>
      <p:ext uri="{BB962C8B-B14F-4D97-AF65-F5344CB8AC3E}">
        <p14:creationId xmlns:p14="http://schemas.microsoft.com/office/powerpoint/2010/main" val="7129181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5F2697A3-673D-486C-A06D-8AB76DBD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59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5983"/>
                </a:solidFill>
                <a:latin typeface="Arial"/>
                <a:ea typeface="Arial"/>
                <a:cs typeface="Arial"/>
              </a:rPr>
              <a:t>BUKTI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1D9B34-E85A-44DD-9FF8-659818C0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83146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83146"/>
                </a:solidFill>
                <a:latin typeface="Arial"/>
                <a:ea typeface="Arial"/>
                <a:cs typeface="Arial"/>
              </a:rPr>
              <a:t>Hubungan dalam data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F384AEC-CEA1-4E6E-86EE-ADDE5BD5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Nama mata kuliah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B30240E-0406-47DF-A688-D80151B7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0415387-7EB3-41BF-B2E9-83DB4267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Data hipotetis, tanpa satuan. Hanya nilai kelima yang berubah.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e189ec5eb64c20"/>
          </a:graphicData>
        </a:graphic>
      </p:graphicFrame>
    </p:spTree>
    <p:extLst>
      <p:ext uri="{BB962C8B-B14F-4D97-AF65-F5344CB8AC3E}">
        <p14:creationId xmlns:p14="http://schemas.microsoft.com/office/powerpoint/2010/main" val="8415427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5169FCB2-C4C4-4D72-BBA5-73DF056A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59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5983"/>
                </a:solidFill>
                <a:latin typeface="Arial"/>
                <a:ea typeface="Arial"/>
                <a:cs typeface="Arial"/>
              </a:rPr>
              <a:t>APLIKASI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6C7918-0CFD-4660-A0F5-C3C82FA1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83146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83146"/>
                </a:solidFill>
                <a:latin typeface="Arial"/>
                <a:ea typeface="Arial"/>
                <a:cs typeface="Arial"/>
              </a:rPr>
              <a:t>Contoh yang dikerjakan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5B3CE55-4408-444F-9BC1-BD5FC008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Nama mata kuliah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6B60C18-0B7D-4D19-8A30-09B16AD4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1BEC802-9B83-447D-9491-BB5D45DB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235983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23598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A6DEA65-1234-471E-8FA1-F01F3A1A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38400"/>
            <a:ext cx="9477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831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146"/>
                </a:solidFill>
                <a:latin typeface="Arial"/>
                <a:ea typeface="Arial"/>
                <a:cs typeface="Arial"/>
              </a:rPr>
              <a:t>Nyatakan masalah dan data yang tersedia.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431A6F6-B251-41A6-81FA-E9AAA206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235983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2359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92DFC38-7FA8-4DC6-90C1-B734B2BA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9477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831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146"/>
                </a:solidFill>
                <a:latin typeface="Arial"/>
                <a:ea typeface="Arial"/>
                <a:cs typeface="Arial"/>
              </a:rPr>
              <a:t>Tunjukkan langkah penalaran atau perhitungan.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80E8767-D1EF-4285-87A2-13304F9D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235983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2359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BFD4C4F-E52B-4538-8306-9A491E08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48200"/>
            <a:ext cx="9477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831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146"/>
                </a:solidFill>
                <a:latin typeface="Arial"/>
                <a:ea typeface="Arial"/>
                <a:cs typeface="Arial"/>
              </a:rPr>
              <a:t>Tuliskan hasil dan maknanya dalam konteks.</a:t>
            </a:r>
          </a:p>
        </p:txBody>
      </p:sp>
    </p:spTree>
    <p:extLst>
      <p:ext uri="{BB962C8B-B14F-4D97-AF65-F5344CB8AC3E}">
        <p14:creationId xmlns:p14="http://schemas.microsoft.com/office/powerpoint/2010/main" val="5157995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074E1387-1A16-4480-8711-13898701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59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5983"/>
                </a:solidFill>
                <a:latin typeface="Arial"/>
                <a:ea typeface="Arial"/>
                <a:cs typeface="Arial"/>
              </a:rPr>
              <a:t>CEK PEMAHAMAN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396428-55CE-4463-916A-CD9004E6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83146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83146"/>
                </a:solidFill>
                <a:latin typeface="Arial"/>
                <a:ea typeface="Arial"/>
                <a:cs typeface="Arial"/>
              </a:rPr>
              <a:t>Latihan dan diskusi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5242C2-39B1-450B-92D3-E9411CD6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Nama mata kuliah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17B42EC-50E5-4056-AC1D-DF844D0F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4D19034-366B-4610-BD40-E79D76FB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235983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235983"/>
                </a:solidFill>
                <a:latin typeface="Arial"/>
                <a:ea typeface="Arial"/>
                <a:cs typeface="Arial"/>
              </a:rPr>
              <a:t>Pertanyaan utama untuk mahasiswa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DEC5F28-B8BF-41C6-B875-758514D4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28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31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146"/>
                </a:solidFill>
                <a:latin typeface="Arial"/>
                <a:ea typeface="Arial"/>
                <a:cs typeface="Arial"/>
              </a:rPr>
              <a:t>Jelaskan konteks dan informasi yang diperlukan untuk menjawab. Hindari pertanyaan terlalu luas.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1C2D9BE-A805-4B1B-9FDF-81C7994B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Waktu pengerjaan dan bentuk respons</a:t>
            </a:r>
          </a:p>
        </p:txBody>
      </p:sp>
    </p:spTree>
    <p:extLst>
      <p:ext uri="{BB962C8B-B14F-4D97-AF65-F5344CB8AC3E}">
        <p14:creationId xmlns:p14="http://schemas.microsoft.com/office/powerpoint/2010/main" val="16701756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2026-09-26T13:42:39.7170000Z</dcterms:created>
  <dcterms:modified xsi:type="dcterms:W3CDTF">2026-09-26T13:42:39.7170000Z</dcterms:modified>
</coreProperties>
</file>